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88075-6919-43C2-96F6-272A0E92D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128867-80B3-499D-8AAF-A4AB370740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D104BA-3F6E-4919-9F11-06895941E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08-A863-48F0-A6F5-E112B3A6CA33}" type="datetimeFigureOut">
              <a:rPr lang="ko-KR" altLang="en-US" smtClean="0"/>
              <a:t>2022-01-16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84CACE-9ACA-41F0-81BF-149A850C3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554C47-7BB2-4241-9856-7A2839D8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F3DC-7D28-431A-BCE7-F96805341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988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E41F79-343A-449E-88CB-5BC7668E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921FA-6F42-4CF7-9444-2FCFE2A97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191F5-2B06-44E9-ACED-12F82B09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08-A863-48F0-A6F5-E112B3A6CA33}" type="datetimeFigureOut">
              <a:rPr lang="ko-KR" altLang="en-US" smtClean="0"/>
              <a:t>2022-01-16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987730-CD35-4C70-B5E9-3776C372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17C564-82D1-4867-9BA5-BA04854D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F3DC-7D28-431A-BCE7-F96805341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562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E7BA1-2909-471B-8FE3-CFA7E4218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42FA6E-F3C9-4C91-89C8-07D4310ED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4543F1-A6F2-45E6-A0B9-6095702EE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08-A863-48F0-A6F5-E112B3A6CA33}" type="datetimeFigureOut">
              <a:rPr lang="ko-KR" altLang="en-US" smtClean="0"/>
              <a:t>2022-01-16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F2A42F-BC22-467B-B3DE-17FBD36E7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7F7838-B9D8-4A6F-B4B0-AE6A4CBAE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F3DC-7D28-431A-BCE7-F96805341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636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871D3C-F8F3-406E-89CE-D68D60574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9F1215-28D5-493E-826F-683172980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EC2970-2F13-47EC-85E2-85A9F4413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B116B6-1B4E-419E-8634-5F642DCD4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08-A863-48F0-A6F5-E112B3A6CA33}" type="datetimeFigureOut">
              <a:rPr lang="ko-KR" altLang="en-US" smtClean="0"/>
              <a:t>2022-01-16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582EF3-BA24-4DF9-AE98-4AFEF3CA4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BBAB70-6760-4922-AEFC-078A938D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F3DC-7D28-431A-BCE7-F96805341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994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9039E4-FBB5-4A63-8295-9FC686346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EB036E-3BB7-4AEB-AE71-3C77C135F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A4CCC2-BBAE-420A-875F-A1FA4D285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D36B28-B1EB-4076-B5C7-D9576D09BD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917E892-10F2-4DF6-9758-32A2114CB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63F11D-7BC2-4B24-9771-2CB497124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08-A863-48F0-A6F5-E112B3A6CA33}" type="datetimeFigureOut">
              <a:rPr lang="ko-KR" altLang="en-US" smtClean="0"/>
              <a:t>2022-01-16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8612FA9-122F-4AEE-BFAA-BDDA54737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8E8B37A-8845-4DD5-814A-4D428F93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F3DC-7D28-431A-BCE7-F96805341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689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0C9D78-0717-4237-8322-DA2F88EE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6A6A7B-CF47-4FAA-812F-A1A6F5C0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08-A863-48F0-A6F5-E112B3A6CA33}" type="datetimeFigureOut">
              <a:rPr lang="ko-KR" altLang="en-US" smtClean="0"/>
              <a:t>2022-01-16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A44841-C9FB-4951-9C63-774215F8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F9DC47-12EB-43ED-8A75-58F8F3292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F3DC-7D28-431A-BCE7-F96805341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640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2DF75CD-71DB-4411-80AE-0F427ABDC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08-A863-48F0-A6F5-E112B3A6CA33}" type="datetimeFigureOut">
              <a:rPr lang="ko-KR" altLang="en-US" smtClean="0"/>
              <a:t>2022-01-16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7D7644-C19C-4AB7-9FDD-CFC14D34E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192BC3-C0E9-4165-921A-21391432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F3DC-7D28-431A-BCE7-F96805341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252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F756AC-0320-41CB-9974-4E5CF52A5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46EA96-A849-4C9D-AFF0-2EA69C2A3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80603C-E7F6-4581-9576-80DA18EDA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8169A9-E7E5-48F5-BB40-D8029B42D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08-A863-48F0-A6F5-E112B3A6CA33}" type="datetimeFigureOut">
              <a:rPr lang="ko-KR" altLang="en-US" smtClean="0"/>
              <a:t>2022-01-16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F1ACE0-A92B-4478-AF97-EDC54C0CA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88B802-B435-4AEE-96F7-2E8E80A94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F3DC-7D28-431A-BCE7-F96805341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27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39B9E5-2309-4FA1-AC93-F258A29B5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563C48-3F82-4D58-B8FD-F3430417C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BB6287-BBA0-4CC8-AC14-B5C814D40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EC2219-02A2-4687-ADF6-31033AC46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08-A863-48F0-A6F5-E112B3A6CA33}" type="datetimeFigureOut">
              <a:rPr lang="ko-KR" altLang="en-US" smtClean="0"/>
              <a:t>2022-01-16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BF3E9D-13F6-4AE6-B603-D9D92950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4E5E87-AF58-490F-AC96-7AFB42D2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F3DC-7D28-431A-BCE7-F96805341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840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DED436-F8E3-431A-ABD6-D927C1750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9FC9F0-DDC1-41EE-A68F-3E2B68E31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C38C4A-1D57-48E7-95DE-E13D3D9EF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08-A863-48F0-A6F5-E112B3A6CA33}" type="datetimeFigureOut">
              <a:rPr lang="ko-KR" altLang="en-US" smtClean="0"/>
              <a:t>2022-01-16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95B31E-49C7-4ADA-A98F-A9CF6B1C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CD0E5D-39B4-47C1-B50D-0BBAB7780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F3DC-7D28-431A-BCE7-F96805341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623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2F3081-31C9-4D35-9F23-5EC37C802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14E1E7-B191-48B3-B5D8-82F2681B6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F56C7C-4E52-47CC-B187-0B8566A80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08-A863-48F0-A6F5-E112B3A6CA33}" type="datetimeFigureOut">
              <a:rPr lang="ko-KR" altLang="en-US" smtClean="0"/>
              <a:t>2022-01-16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CCB371-F9EB-4909-82D1-5887DFD2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45C19F-A7BA-4356-B384-A1C88BE8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F3DC-7D28-431A-BCE7-F96805341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651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A51A11-5840-4D52-8E5E-335CE6B2F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81D5B2-3D05-477E-AA12-58A512CB8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F92E4B-90DE-42A1-ACB1-A546D5FD6F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A7208-A863-48F0-A6F5-E112B3A6CA33}" type="datetimeFigureOut">
              <a:rPr lang="ko-KR" altLang="en-US" smtClean="0"/>
              <a:t>2022-01-16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2B4D85-2A28-46C5-8606-318324E04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59B750-1807-4927-88D5-BD0533721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2F3DC-7D28-431A-BCE7-F96805341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095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193A6033-0D9E-4FE2-BBE0-F01FBCA1BE38}"/>
              </a:ext>
            </a:extLst>
          </p:cNvPr>
          <p:cNvGrpSpPr/>
          <p:nvPr/>
        </p:nvGrpSpPr>
        <p:grpSpPr>
          <a:xfrm>
            <a:off x="448857" y="947443"/>
            <a:ext cx="11294285" cy="3386093"/>
            <a:chOff x="128358" y="930190"/>
            <a:chExt cx="11294285" cy="3386093"/>
          </a:xfrm>
        </p:grpSpPr>
        <p:sp>
          <p:nvSpPr>
            <p:cNvPr id="31" name="다이아몬드 30">
              <a:extLst>
                <a:ext uri="{FF2B5EF4-FFF2-40B4-BE49-F238E27FC236}">
                  <a16:creationId xmlns:a16="http://schemas.microsoft.com/office/drawing/2014/main" id="{D24E8B91-8B53-4348-8EBE-195FDBBAB457}"/>
                </a:ext>
              </a:extLst>
            </p:cNvPr>
            <p:cNvSpPr/>
            <p:nvPr/>
          </p:nvSpPr>
          <p:spPr>
            <a:xfrm>
              <a:off x="6565971" y="2711466"/>
              <a:ext cx="4856672" cy="1535502"/>
            </a:xfrm>
            <a:prstGeom prst="diamon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다이아몬드 28">
              <a:extLst>
                <a:ext uri="{FF2B5EF4-FFF2-40B4-BE49-F238E27FC236}">
                  <a16:creationId xmlns:a16="http://schemas.microsoft.com/office/drawing/2014/main" id="{B5CC4245-5066-4C2D-AA2E-E60C2A5AEC35}"/>
                </a:ext>
              </a:extLst>
            </p:cNvPr>
            <p:cNvSpPr/>
            <p:nvPr/>
          </p:nvSpPr>
          <p:spPr>
            <a:xfrm>
              <a:off x="128358" y="2780781"/>
              <a:ext cx="4856672" cy="1535502"/>
            </a:xfrm>
            <a:prstGeom prst="diamon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BD38C3D3-0AC0-424C-9233-DFFE7A0B77AD}"/>
                </a:ext>
              </a:extLst>
            </p:cNvPr>
            <p:cNvGrpSpPr/>
            <p:nvPr/>
          </p:nvGrpSpPr>
          <p:grpSpPr>
            <a:xfrm>
              <a:off x="730283" y="2858329"/>
              <a:ext cx="3591551" cy="937638"/>
              <a:chOff x="480117" y="554182"/>
              <a:chExt cx="5696049" cy="1487055"/>
            </a:xfrm>
          </p:grpSpPr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EF221E28-3393-403B-AC55-6AD766D63B3C}"/>
                  </a:ext>
                </a:extLst>
              </p:cNvPr>
              <p:cNvSpPr/>
              <p:nvPr/>
            </p:nvSpPr>
            <p:spPr>
              <a:xfrm>
                <a:off x="480117" y="554182"/>
                <a:ext cx="1487055" cy="148705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b="1" dirty="0"/>
                  <a:t>PC</a:t>
                </a:r>
                <a:endParaRPr lang="ko-KR" altLang="en-US" sz="2400" b="1" dirty="0"/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063F3D63-500D-4869-B4F5-245501AA5961}"/>
                  </a:ext>
                </a:extLst>
              </p:cNvPr>
              <p:cNvSpPr/>
              <p:nvPr/>
            </p:nvSpPr>
            <p:spPr>
              <a:xfrm>
                <a:off x="4304234" y="700330"/>
                <a:ext cx="1871932" cy="119475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7F2CBF-E9FA-4678-8E2C-92B89FFD7FF9}"/>
                  </a:ext>
                </a:extLst>
              </p:cNvPr>
              <p:cNvSpPr txBox="1"/>
              <p:nvPr/>
            </p:nvSpPr>
            <p:spPr>
              <a:xfrm>
                <a:off x="4910719" y="1005321"/>
                <a:ext cx="658962" cy="5857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b="1" dirty="0"/>
                  <a:t>적</a:t>
                </a:r>
              </a:p>
            </p:txBody>
          </p:sp>
          <p:sp>
            <p:nvSpPr>
              <p:cNvPr id="5" name="화살표: 오른쪽 4">
                <a:extLst>
                  <a:ext uri="{FF2B5EF4-FFF2-40B4-BE49-F238E27FC236}">
                    <a16:creationId xmlns:a16="http://schemas.microsoft.com/office/drawing/2014/main" id="{D9B0D2C6-BE0F-449F-840A-D5B621F4008D}"/>
                  </a:ext>
                </a:extLst>
              </p:cNvPr>
              <p:cNvSpPr/>
              <p:nvPr/>
            </p:nvSpPr>
            <p:spPr>
              <a:xfrm>
                <a:off x="2303254" y="554182"/>
                <a:ext cx="2553418" cy="1487055"/>
              </a:xfrm>
              <a:prstGeom prst="right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공격</a:t>
                </a:r>
              </a:p>
            </p:txBody>
          </p:sp>
        </p:grp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948519C-DBCD-4709-B899-8468DACF1A73}"/>
                </a:ext>
              </a:extLst>
            </p:cNvPr>
            <p:cNvSpPr/>
            <p:nvPr/>
          </p:nvSpPr>
          <p:spPr>
            <a:xfrm>
              <a:off x="8438684" y="3089284"/>
              <a:ext cx="1180316" cy="753335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곱하기 기호 25">
              <a:extLst>
                <a:ext uri="{FF2B5EF4-FFF2-40B4-BE49-F238E27FC236}">
                  <a16:creationId xmlns:a16="http://schemas.microsoft.com/office/drawing/2014/main" id="{9EB42BA3-B335-4773-AF75-AAC403D32F0E}"/>
                </a:ext>
              </a:extLst>
            </p:cNvPr>
            <p:cNvSpPr/>
            <p:nvPr/>
          </p:nvSpPr>
          <p:spPr>
            <a:xfrm>
              <a:off x="8597521" y="2896437"/>
              <a:ext cx="862641" cy="1139031"/>
            </a:xfrm>
            <a:prstGeom prst="mathMultiply">
              <a:avLst>
                <a:gd name="adj1" fmla="val 952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F23CE645-5D5C-4079-9D2F-337677C84802}"/>
                </a:ext>
              </a:extLst>
            </p:cNvPr>
            <p:cNvSpPr/>
            <p:nvPr/>
          </p:nvSpPr>
          <p:spPr>
            <a:xfrm>
              <a:off x="5261968" y="2780781"/>
              <a:ext cx="1027065" cy="937638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026" name="Picture 2" descr="칼 PNG 일러스트 | 이미지 및 PSD 파일 | Pngtree에 무료 다운로드">
              <a:extLst>
                <a:ext uri="{FF2B5EF4-FFF2-40B4-BE49-F238E27FC236}">
                  <a16:creationId xmlns:a16="http://schemas.microsoft.com/office/drawing/2014/main" id="{5D0715FD-2CBC-426A-911E-01902BDA07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702111" y="930190"/>
              <a:ext cx="1068957" cy="10486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0FD4BE4-DF7C-4CB1-8D27-6C265C12A539}"/>
                </a:ext>
              </a:extLst>
            </p:cNvPr>
            <p:cNvSpPr txBox="1"/>
            <p:nvPr/>
          </p:nvSpPr>
          <p:spPr>
            <a:xfrm>
              <a:off x="8821092" y="330915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1" dirty="0"/>
                <a:t>적</a:t>
              </a:r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6AD96130-AC0C-4302-9040-7853C30CA952}"/>
                </a:ext>
              </a:extLst>
            </p:cNvPr>
            <p:cNvSpPr/>
            <p:nvPr/>
          </p:nvSpPr>
          <p:spPr>
            <a:xfrm rot="1147600">
              <a:off x="8651735" y="1679559"/>
              <a:ext cx="629189" cy="1526876"/>
            </a:xfrm>
            <a:custGeom>
              <a:avLst/>
              <a:gdLst>
                <a:gd name="connsiteX0" fmla="*/ 456661 w 629189"/>
                <a:gd name="connsiteY0" fmla="*/ 1518249 h 1526876"/>
                <a:gd name="connsiteX1" fmla="*/ 413529 w 629189"/>
                <a:gd name="connsiteY1" fmla="*/ 1526876 h 1526876"/>
                <a:gd name="connsiteX2" fmla="*/ 284132 w 629189"/>
                <a:gd name="connsiteY2" fmla="*/ 1509623 h 1526876"/>
                <a:gd name="connsiteX3" fmla="*/ 137483 w 629189"/>
                <a:gd name="connsiteY3" fmla="*/ 1466491 h 1526876"/>
                <a:gd name="connsiteX4" fmla="*/ 102978 w 629189"/>
                <a:gd name="connsiteY4" fmla="*/ 1440612 h 1526876"/>
                <a:gd name="connsiteX5" fmla="*/ 25340 w 629189"/>
                <a:gd name="connsiteY5" fmla="*/ 1328468 h 1526876"/>
                <a:gd name="connsiteX6" fmla="*/ 25340 w 629189"/>
                <a:gd name="connsiteY6" fmla="*/ 1061049 h 1526876"/>
                <a:gd name="connsiteX7" fmla="*/ 68472 w 629189"/>
                <a:gd name="connsiteY7" fmla="*/ 992038 h 1526876"/>
                <a:gd name="connsiteX8" fmla="*/ 111604 w 629189"/>
                <a:gd name="connsiteY8" fmla="*/ 931653 h 1526876"/>
                <a:gd name="connsiteX9" fmla="*/ 249627 w 629189"/>
                <a:gd name="connsiteY9" fmla="*/ 810883 h 1526876"/>
                <a:gd name="connsiteX10" fmla="*/ 379023 w 629189"/>
                <a:gd name="connsiteY10" fmla="*/ 785004 h 1526876"/>
                <a:gd name="connsiteX11" fmla="*/ 568804 w 629189"/>
                <a:gd name="connsiteY11" fmla="*/ 802257 h 1526876"/>
                <a:gd name="connsiteX12" fmla="*/ 603310 w 629189"/>
                <a:gd name="connsiteY12" fmla="*/ 819510 h 1526876"/>
                <a:gd name="connsiteX13" fmla="*/ 620563 w 629189"/>
                <a:gd name="connsiteY13" fmla="*/ 879895 h 1526876"/>
                <a:gd name="connsiteX14" fmla="*/ 629189 w 629189"/>
                <a:gd name="connsiteY14" fmla="*/ 905774 h 1526876"/>
                <a:gd name="connsiteX15" fmla="*/ 603310 w 629189"/>
                <a:gd name="connsiteY15" fmla="*/ 957532 h 1526876"/>
                <a:gd name="connsiteX16" fmla="*/ 534298 w 629189"/>
                <a:gd name="connsiteY16" fmla="*/ 1000664 h 1526876"/>
                <a:gd name="connsiteX17" fmla="*/ 318638 w 629189"/>
                <a:gd name="connsiteY17" fmla="*/ 1052423 h 1526876"/>
                <a:gd name="connsiteX18" fmla="*/ 171989 w 629189"/>
                <a:gd name="connsiteY18" fmla="*/ 1043796 h 1526876"/>
                <a:gd name="connsiteX19" fmla="*/ 146110 w 629189"/>
                <a:gd name="connsiteY19" fmla="*/ 1017917 h 1526876"/>
                <a:gd name="connsiteX20" fmla="*/ 102978 w 629189"/>
                <a:gd name="connsiteY20" fmla="*/ 992038 h 1526876"/>
                <a:gd name="connsiteX21" fmla="*/ 42593 w 629189"/>
                <a:gd name="connsiteY21" fmla="*/ 888521 h 1526876"/>
                <a:gd name="connsiteX22" fmla="*/ 33966 w 629189"/>
                <a:gd name="connsiteY22" fmla="*/ 845389 h 1526876"/>
                <a:gd name="connsiteX23" fmla="*/ 51219 w 629189"/>
                <a:gd name="connsiteY23" fmla="*/ 715993 h 1526876"/>
                <a:gd name="connsiteX24" fmla="*/ 137483 w 629189"/>
                <a:gd name="connsiteY24" fmla="*/ 629729 h 1526876"/>
                <a:gd name="connsiteX25" fmla="*/ 171989 w 629189"/>
                <a:gd name="connsiteY25" fmla="*/ 603849 h 1526876"/>
                <a:gd name="connsiteX26" fmla="*/ 241000 w 629189"/>
                <a:gd name="connsiteY26" fmla="*/ 586596 h 1526876"/>
                <a:gd name="connsiteX27" fmla="*/ 335891 w 629189"/>
                <a:gd name="connsiteY27" fmla="*/ 552091 h 1526876"/>
                <a:gd name="connsiteX28" fmla="*/ 413529 w 629189"/>
                <a:gd name="connsiteY28" fmla="*/ 560717 h 1526876"/>
                <a:gd name="connsiteX29" fmla="*/ 439408 w 629189"/>
                <a:gd name="connsiteY29" fmla="*/ 612476 h 1526876"/>
                <a:gd name="connsiteX30" fmla="*/ 396276 w 629189"/>
                <a:gd name="connsiteY30" fmla="*/ 621102 h 1526876"/>
                <a:gd name="connsiteX31" fmla="*/ 154736 w 629189"/>
                <a:gd name="connsiteY31" fmla="*/ 595223 h 1526876"/>
                <a:gd name="connsiteX32" fmla="*/ 94351 w 629189"/>
                <a:gd name="connsiteY32" fmla="*/ 534838 h 1526876"/>
                <a:gd name="connsiteX33" fmla="*/ 59846 w 629189"/>
                <a:gd name="connsiteY33" fmla="*/ 448574 h 1526876"/>
                <a:gd name="connsiteX34" fmla="*/ 85725 w 629189"/>
                <a:gd name="connsiteY34" fmla="*/ 267419 h 1526876"/>
                <a:gd name="connsiteX35" fmla="*/ 223748 w 629189"/>
                <a:gd name="connsiteY35" fmla="*/ 103517 h 1526876"/>
                <a:gd name="connsiteX36" fmla="*/ 422155 w 629189"/>
                <a:gd name="connsiteY36" fmla="*/ 17253 h 1526876"/>
                <a:gd name="connsiteX37" fmla="*/ 456661 w 629189"/>
                <a:gd name="connsiteY37" fmla="*/ 0 h 152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629189" h="1526876">
                  <a:moveTo>
                    <a:pt x="456661" y="1518249"/>
                  </a:moveTo>
                  <a:cubicBezTo>
                    <a:pt x="442284" y="1521125"/>
                    <a:pt x="428191" y="1526876"/>
                    <a:pt x="413529" y="1526876"/>
                  </a:cubicBezTo>
                  <a:cubicBezTo>
                    <a:pt x="400618" y="1526876"/>
                    <a:pt x="306419" y="1515437"/>
                    <a:pt x="284132" y="1509623"/>
                  </a:cubicBezTo>
                  <a:cubicBezTo>
                    <a:pt x="234829" y="1496761"/>
                    <a:pt x="137483" y="1466491"/>
                    <a:pt x="137483" y="1466491"/>
                  </a:cubicBezTo>
                  <a:cubicBezTo>
                    <a:pt x="125981" y="1457865"/>
                    <a:pt x="112044" y="1451770"/>
                    <a:pt x="102978" y="1440612"/>
                  </a:cubicBezTo>
                  <a:cubicBezTo>
                    <a:pt x="74308" y="1405326"/>
                    <a:pt x="25340" y="1328468"/>
                    <a:pt x="25340" y="1328468"/>
                  </a:cubicBezTo>
                  <a:cubicBezTo>
                    <a:pt x="-5654" y="1219990"/>
                    <a:pt x="-11130" y="1227769"/>
                    <a:pt x="25340" y="1061049"/>
                  </a:cubicBezTo>
                  <a:cubicBezTo>
                    <a:pt x="31137" y="1034549"/>
                    <a:pt x="53425" y="1014609"/>
                    <a:pt x="68472" y="992038"/>
                  </a:cubicBezTo>
                  <a:cubicBezTo>
                    <a:pt x="82193" y="971457"/>
                    <a:pt x="94113" y="949144"/>
                    <a:pt x="111604" y="931653"/>
                  </a:cubicBezTo>
                  <a:cubicBezTo>
                    <a:pt x="154832" y="888425"/>
                    <a:pt x="190846" y="827678"/>
                    <a:pt x="249627" y="810883"/>
                  </a:cubicBezTo>
                  <a:cubicBezTo>
                    <a:pt x="332303" y="787261"/>
                    <a:pt x="289240" y="796226"/>
                    <a:pt x="379023" y="785004"/>
                  </a:cubicBezTo>
                  <a:cubicBezTo>
                    <a:pt x="442283" y="790755"/>
                    <a:pt x="506021" y="792598"/>
                    <a:pt x="568804" y="802257"/>
                  </a:cubicBezTo>
                  <a:cubicBezTo>
                    <a:pt x="581514" y="804212"/>
                    <a:pt x="596177" y="808810"/>
                    <a:pt x="603310" y="819510"/>
                  </a:cubicBezTo>
                  <a:cubicBezTo>
                    <a:pt x="614922" y="836928"/>
                    <a:pt x="614548" y="859844"/>
                    <a:pt x="620563" y="879895"/>
                  </a:cubicBezTo>
                  <a:cubicBezTo>
                    <a:pt x="623176" y="888604"/>
                    <a:pt x="626314" y="897148"/>
                    <a:pt x="629189" y="905774"/>
                  </a:cubicBezTo>
                  <a:cubicBezTo>
                    <a:pt x="620563" y="923027"/>
                    <a:pt x="615360" y="942470"/>
                    <a:pt x="603310" y="957532"/>
                  </a:cubicBezTo>
                  <a:cubicBezTo>
                    <a:pt x="572784" y="995689"/>
                    <a:pt x="567913" y="987218"/>
                    <a:pt x="534298" y="1000664"/>
                  </a:cubicBezTo>
                  <a:cubicBezTo>
                    <a:pt x="389046" y="1058764"/>
                    <a:pt x="475202" y="1040379"/>
                    <a:pt x="318638" y="1052423"/>
                  </a:cubicBezTo>
                  <a:cubicBezTo>
                    <a:pt x="269755" y="1049547"/>
                    <a:pt x="220006" y="1053399"/>
                    <a:pt x="171989" y="1043796"/>
                  </a:cubicBezTo>
                  <a:cubicBezTo>
                    <a:pt x="160026" y="1041403"/>
                    <a:pt x="155870" y="1025237"/>
                    <a:pt x="146110" y="1017917"/>
                  </a:cubicBezTo>
                  <a:cubicBezTo>
                    <a:pt x="132697" y="1007857"/>
                    <a:pt x="117355" y="1000664"/>
                    <a:pt x="102978" y="992038"/>
                  </a:cubicBezTo>
                  <a:cubicBezTo>
                    <a:pt x="50076" y="921503"/>
                    <a:pt x="55731" y="947641"/>
                    <a:pt x="42593" y="888521"/>
                  </a:cubicBezTo>
                  <a:cubicBezTo>
                    <a:pt x="39412" y="874208"/>
                    <a:pt x="36842" y="859766"/>
                    <a:pt x="33966" y="845389"/>
                  </a:cubicBezTo>
                  <a:cubicBezTo>
                    <a:pt x="39717" y="802257"/>
                    <a:pt x="39265" y="757832"/>
                    <a:pt x="51219" y="715993"/>
                  </a:cubicBezTo>
                  <a:cubicBezTo>
                    <a:pt x="65186" y="667109"/>
                    <a:pt x="100512" y="655609"/>
                    <a:pt x="137483" y="629729"/>
                  </a:cubicBezTo>
                  <a:cubicBezTo>
                    <a:pt x="149262" y="621484"/>
                    <a:pt x="158717" y="609379"/>
                    <a:pt x="171989" y="603849"/>
                  </a:cubicBezTo>
                  <a:cubicBezTo>
                    <a:pt x="193877" y="594729"/>
                    <a:pt x="218670" y="594571"/>
                    <a:pt x="241000" y="586596"/>
                  </a:cubicBezTo>
                  <a:cubicBezTo>
                    <a:pt x="364842" y="542367"/>
                    <a:pt x="229021" y="573464"/>
                    <a:pt x="335891" y="552091"/>
                  </a:cubicBezTo>
                  <a:cubicBezTo>
                    <a:pt x="361770" y="554966"/>
                    <a:pt x="388642" y="553060"/>
                    <a:pt x="413529" y="560717"/>
                  </a:cubicBezTo>
                  <a:cubicBezTo>
                    <a:pt x="424397" y="564061"/>
                    <a:pt x="472131" y="590660"/>
                    <a:pt x="439408" y="612476"/>
                  </a:cubicBezTo>
                  <a:cubicBezTo>
                    <a:pt x="427209" y="620609"/>
                    <a:pt x="410653" y="618227"/>
                    <a:pt x="396276" y="621102"/>
                  </a:cubicBezTo>
                  <a:cubicBezTo>
                    <a:pt x="315763" y="612476"/>
                    <a:pt x="232595" y="617468"/>
                    <a:pt x="154736" y="595223"/>
                  </a:cubicBezTo>
                  <a:cubicBezTo>
                    <a:pt x="127365" y="587403"/>
                    <a:pt x="94351" y="534838"/>
                    <a:pt x="94351" y="534838"/>
                  </a:cubicBezTo>
                  <a:cubicBezTo>
                    <a:pt x="82849" y="506083"/>
                    <a:pt x="55466" y="479232"/>
                    <a:pt x="59846" y="448574"/>
                  </a:cubicBezTo>
                  <a:cubicBezTo>
                    <a:pt x="68472" y="388189"/>
                    <a:pt x="68198" y="325845"/>
                    <a:pt x="85725" y="267419"/>
                  </a:cubicBezTo>
                  <a:cubicBezTo>
                    <a:pt x="98938" y="223375"/>
                    <a:pt x="195377" y="123613"/>
                    <a:pt x="223748" y="103517"/>
                  </a:cubicBezTo>
                  <a:cubicBezTo>
                    <a:pt x="306947" y="44584"/>
                    <a:pt x="339378" y="49090"/>
                    <a:pt x="422155" y="17253"/>
                  </a:cubicBezTo>
                  <a:cubicBezTo>
                    <a:pt x="434157" y="12637"/>
                    <a:pt x="445159" y="5751"/>
                    <a:pt x="456661" y="0"/>
                  </a:cubicBezTo>
                </a:path>
              </a:pathLst>
            </a:custGeom>
            <a:noFill/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E29B67D-049D-4622-9BE5-C0F134387D7D}"/>
              </a:ext>
            </a:extLst>
          </p:cNvPr>
          <p:cNvSpPr txBox="1"/>
          <p:nvPr/>
        </p:nvSpPr>
        <p:spPr>
          <a:xfrm>
            <a:off x="2166903" y="4606505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적을 죽이면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969354-421A-4ACB-83D5-0B6EE6DA5F45}"/>
              </a:ext>
            </a:extLst>
          </p:cNvPr>
          <p:cNvSpPr txBox="1"/>
          <p:nvPr/>
        </p:nvSpPr>
        <p:spPr>
          <a:xfrm>
            <a:off x="8373685" y="4606505"/>
            <a:ext cx="1882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무기가 </a:t>
            </a:r>
            <a:r>
              <a:rPr lang="ko-KR" altLang="en-US" b="1" dirty="0" err="1"/>
              <a:t>드랍된다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22360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A13FBCF0-41FA-46CB-ABE8-791E2B12D470}"/>
              </a:ext>
            </a:extLst>
          </p:cNvPr>
          <p:cNvGrpSpPr/>
          <p:nvPr/>
        </p:nvGrpSpPr>
        <p:grpSpPr>
          <a:xfrm>
            <a:off x="286553" y="2440236"/>
            <a:ext cx="4856672" cy="1546186"/>
            <a:chOff x="448858" y="2787350"/>
            <a:chExt cx="4856672" cy="1546186"/>
          </a:xfrm>
        </p:grpSpPr>
        <p:sp>
          <p:nvSpPr>
            <p:cNvPr id="6" name="다이아몬드 5">
              <a:extLst>
                <a:ext uri="{FF2B5EF4-FFF2-40B4-BE49-F238E27FC236}">
                  <a16:creationId xmlns:a16="http://schemas.microsoft.com/office/drawing/2014/main" id="{E94C33AE-0056-4983-BCB8-8C2BCA5A0C91}"/>
                </a:ext>
              </a:extLst>
            </p:cNvPr>
            <p:cNvSpPr/>
            <p:nvPr/>
          </p:nvSpPr>
          <p:spPr>
            <a:xfrm>
              <a:off x="448858" y="2798034"/>
              <a:ext cx="4856672" cy="1535502"/>
            </a:xfrm>
            <a:prstGeom prst="diamon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F3B97966-52AD-45A9-89F1-9E96B606D80D}"/>
                </a:ext>
              </a:extLst>
            </p:cNvPr>
            <p:cNvSpPr/>
            <p:nvPr/>
          </p:nvSpPr>
          <p:spPr>
            <a:xfrm>
              <a:off x="2245065" y="2908998"/>
              <a:ext cx="937638" cy="93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PC</a:t>
              </a:r>
              <a:endParaRPr lang="ko-KR" altLang="en-US" sz="2400" b="1" dirty="0"/>
            </a:p>
          </p:txBody>
        </p:sp>
        <p:pic>
          <p:nvPicPr>
            <p:cNvPr id="5" name="Picture 2" descr="칼 PNG 일러스트 | 이미지 및 PSD 파일 | Pngtree에 무료 다운로드">
              <a:extLst>
                <a:ext uri="{FF2B5EF4-FFF2-40B4-BE49-F238E27FC236}">
                  <a16:creationId xmlns:a16="http://schemas.microsoft.com/office/drawing/2014/main" id="{5FD7ED7A-BBEA-4194-AE8C-7533F9D7D7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13884" y="2787350"/>
              <a:ext cx="1068957" cy="10486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93745D65-1DDD-4E00-A5BD-07A24DF865DE}"/>
              </a:ext>
            </a:extLst>
          </p:cNvPr>
          <p:cNvSpPr/>
          <p:nvPr/>
        </p:nvSpPr>
        <p:spPr>
          <a:xfrm>
            <a:off x="5582467" y="2760536"/>
            <a:ext cx="1027065" cy="937638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53BBD5D-7AA0-4B30-AF51-30EE64A3025E}"/>
              </a:ext>
            </a:extLst>
          </p:cNvPr>
          <p:cNvGrpSpPr/>
          <p:nvPr/>
        </p:nvGrpSpPr>
        <p:grpSpPr>
          <a:xfrm>
            <a:off x="7048775" y="2134035"/>
            <a:ext cx="4856672" cy="1852387"/>
            <a:chOff x="6743266" y="2470465"/>
            <a:chExt cx="4856672" cy="1852387"/>
          </a:xfrm>
        </p:grpSpPr>
        <p:sp>
          <p:nvSpPr>
            <p:cNvPr id="8" name="다이아몬드 7">
              <a:extLst>
                <a:ext uri="{FF2B5EF4-FFF2-40B4-BE49-F238E27FC236}">
                  <a16:creationId xmlns:a16="http://schemas.microsoft.com/office/drawing/2014/main" id="{EE466567-CB2E-4E16-8662-5EE9748A85D4}"/>
                </a:ext>
              </a:extLst>
            </p:cNvPr>
            <p:cNvSpPr/>
            <p:nvPr/>
          </p:nvSpPr>
          <p:spPr>
            <a:xfrm>
              <a:off x="6743266" y="2787350"/>
              <a:ext cx="4856672" cy="1535502"/>
            </a:xfrm>
            <a:prstGeom prst="diamon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BF7FFD4D-B21E-4059-A6A3-E05942754570}"/>
                </a:ext>
              </a:extLst>
            </p:cNvPr>
            <p:cNvSpPr/>
            <p:nvPr/>
          </p:nvSpPr>
          <p:spPr>
            <a:xfrm>
              <a:off x="8539473" y="2898314"/>
              <a:ext cx="937638" cy="937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PC</a:t>
              </a:r>
              <a:endParaRPr lang="ko-KR" altLang="en-US" sz="2400" b="1" dirty="0"/>
            </a:p>
          </p:txBody>
        </p:sp>
        <p:pic>
          <p:nvPicPr>
            <p:cNvPr id="10" name="Picture 2" descr="칼 PNG 일러스트 | 이미지 및 PSD 파일 | Pngtree에 무료 다운로드">
              <a:extLst>
                <a:ext uri="{FF2B5EF4-FFF2-40B4-BE49-F238E27FC236}">
                  <a16:creationId xmlns:a16="http://schemas.microsoft.com/office/drawing/2014/main" id="{6D28526E-A153-465A-8C99-099E903D29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986489" flipH="1">
              <a:off x="9221771" y="2480643"/>
              <a:ext cx="1068957" cy="10486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89AA341-108F-477D-AD35-171E15A8D42B}"/>
              </a:ext>
            </a:extLst>
          </p:cNvPr>
          <p:cNvSpPr txBox="1"/>
          <p:nvPr/>
        </p:nvSpPr>
        <p:spPr>
          <a:xfrm>
            <a:off x="1658349" y="4313207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무기와 가까워지면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600EB5-0ECE-4E48-A622-BA4254DB1F4A}"/>
              </a:ext>
            </a:extLst>
          </p:cNvPr>
          <p:cNvSpPr txBox="1"/>
          <p:nvPr/>
        </p:nvSpPr>
        <p:spPr>
          <a:xfrm>
            <a:off x="8107989" y="4362359"/>
            <a:ext cx="2738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무기가 손에 장착되며</a:t>
            </a:r>
            <a:endParaRPr lang="en-US" altLang="ko-KR" b="1" dirty="0"/>
          </a:p>
          <a:p>
            <a:pPr algn="ctr"/>
            <a:r>
              <a:rPr lang="ko-KR" altLang="en-US" b="1" dirty="0"/>
              <a:t> 검술 전투가 가능해진다</a:t>
            </a:r>
          </a:p>
        </p:txBody>
      </p:sp>
    </p:spTree>
    <p:extLst>
      <p:ext uri="{BB962C8B-B14F-4D97-AF65-F5344CB8AC3E}">
        <p14:creationId xmlns:p14="http://schemas.microsoft.com/office/powerpoint/2010/main" val="365307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BFD7C7AA-CBB7-4213-B393-0D6265503E2F}"/>
              </a:ext>
            </a:extLst>
          </p:cNvPr>
          <p:cNvGrpSpPr/>
          <p:nvPr/>
        </p:nvGrpSpPr>
        <p:grpSpPr>
          <a:xfrm>
            <a:off x="1747021" y="1485282"/>
            <a:ext cx="8143004" cy="3707170"/>
            <a:chOff x="1117293" y="1252368"/>
            <a:chExt cx="8143004" cy="370717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D520A3CE-29C6-48DD-ACE5-CC1B7BA1F0D3}"/>
                </a:ext>
              </a:extLst>
            </p:cNvPr>
            <p:cNvSpPr/>
            <p:nvPr/>
          </p:nvSpPr>
          <p:spPr>
            <a:xfrm>
              <a:off x="4229762" y="2828963"/>
              <a:ext cx="2991487" cy="10651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280FCA2A-EE23-4731-9DCF-D54C58047C1C}"/>
                </a:ext>
              </a:extLst>
            </p:cNvPr>
            <p:cNvSpPr/>
            <p:nvPr/>
          </p:nvSpPr>
          <p:spPr>
            <a:xfrm>
              <a:off x="5256688" y="2561884"/>
              <a:ext cx="937638" cy="937638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/>
                <a:t>적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F743E2E-9C90-48F3-B337-6E205CF0B0A6}"/>
                </a:ext>
              </a:extLst>
            </p:cNvPr>
            <p:cNvSpPr txBox="1"/>
            <p:nvPr/>
          </p:nvSpPr>
          <p:spPr>
            <a:xfrm>
              <a:off x="2190734" y="4313207"/>
              <a:ext cx="70695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1" dirty="0"/>
                <a:t>적이 사망하면 </a:t>
              </a:r>
              <a:r>
                <a:rPr lang="en-US" altLang="ko-KR" b="1" dirty="0"/>
                <a:t>360</a:t>
              </a:r>
              <a:r>
                <a:rPr lang="ko-KR" altLang="en-US" b="1" dirty="0"/>
                <a:t>도 범위를 기준으로 랜덤하게 무기가 드랍 된다</a:t>
              </a:r>
              <a:r>
                <a:rPr lang="en-US" altLang="ko-KR" b="1" dirty="0"/>
                <a:t>.</a:t>
              </a:r>
            </a:p>
            <a:p>
              <a:pPr algn="ctr"/>
              <a:r>
                <a:rPr lang="ko-KR" altLang="en-US" b="1" dirty="0"/>
                <a:t>무기가 드랍 될 때 빙글빙글 회전하면서 떨어지게 된다</a:t>
              </a:r>
              <a:r>
                <a:rPr lang="en-US" altLang="ko-KR" b="1" dirty="0"/>
                <a:t>.</a:t>
              </a:r>
            </a:p>
          </p:txBody>
        </p:sp>
        <p:sp>
          <p:nvSpPr>
            <p:cNvPr id="9" name="곱하기 기호 8">
              <a:extLst>
                <a:ext uri="{FF2B5EF4-FFF2-40B4-BE49-F238E27FC236}">
                  <a16:creationId xmlns:a16="http://schemas.microsoft.com/office/drawing/2014/main" id="{8DA1B541-D86A-42AC-99DD-1CA993801E69}"/>
                </a:ext>
              </a:extLst>
            </p:cNvPr>
            <p:cNvSpPr/>
            <p:nvPr/>
          </p:nvSpPr>
          <p:spPr>
            <a:xfrm>
              <a:off x="5294186" y="2441268"/>
              <a:ext cx="862641" cy="1139031"/>
            </a:xfrm>
            <a:prstGeom prst="mathMultiply">
              <a:avLst>
                <a:gd name="adj1" fmla="val 952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DEF0FD2-BD12-49BE-B3C5-ABFA820400AC}"/>
                </a:ext>
              </a:extLst>
            </p:cNvPr>
            <p:cNvSpPr/>
            <p:nvPr/>
          </p:nvSpPr>
          <p:spPr>
            <a:xfrm>
              <a:off x="4511559" y="3041749"/>
              <a:ext cx="379619" cy="313928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DB40BA68-FC20-4B91-84F5-02B8903B9618}"/>
                </a:ext>
              </a:extLst>
            </p:cNvPr>
            <p:cNvSpPr/>
            <p:nvPr/>
          </p:nvSpPr>
          <p:spPr>
            <a:xfrm>
              <a:off x="4839570" y="3398380"/>
              <a:ext cx="379619" cy="313928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66A503C3-CCAA-45F2-B710-A2A40E774B6E}"/>
                </a:ext>
              </a:extLst>
            </p:cNvPr>
            <p:cNvSpPr/>
            <p:nvPr/>
          </p:nvSpPr>
          <p:spPr>
            <a:xfrm>
              <a:off x="5535695" y="3552127"/>
              <a:ext cx="379619" cy="313928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C3C8F5F-4B8F-49E7-9465-E578B0FBBC1D}"/>
                </a:ext>
              </a:extLst>
            </p:cNvPr>
            <p:cNvSpPr/>
            <p:nvPr/>
          </p:nvSpPr>
          <p:spPr>
            <a:xfrm>
              <a:off x="6269323" y="3064057"/>
              <a:ext cx="379619" cy="313928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4405B2A-7706-41B9-9DFB-D3DC42D442C3}"/>
                </a:ext>
              </a:extLst>
            </p:cNvPr>
            <p:cNvSpPr/>
            <p:nvPr/>
          </p:nvSpPr>
          <p:spPr>
            <a:xfrm>
              <a:off x="6180217" y="3446569"/>
              <a:ext cx="379619" cy="313928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86DA834-55F5-4CB0-941E-BFA640A817B5}"/>
                </a:ext>
              </a:extLst>
            </p:cNvPr>
            <p:cNvSpPr txBox="1"/>
            <p:nvPr/>
          </p:nvSpPr>
          <p:spPr>
            <a:xfrm>
              <a:off x="1117293" y="1986457"/>
              <a:ext cx="227658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이곳이 될 수도 있고</a:t>
              </a:r>
              <a:endPara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저곳이 될 수도 있다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4951F71D-8D5C-447D-A884-7B390FD310CA}"/>
                </a:ext>
              </a:extLst>
            </p:cNvPr>
            <p:cNvCxnSpPr>
              <a:stCxn id="16" idx="3"/>
            </p:cNvCxnSpPr>
            <p:nvPr/>
          </p:nvCxnSpPr>
          <p:spPr>
            <a:xfrm>
              <a:off x="3393877" y="2309623"/>
              <a:ext cx="1307491" cy="8890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39AF9B31-479A-4EF3-B4F4-769B158A5F03}"/>
                </a:ext>
              </a:extLst>
            </p:cNvPr>
            <p:cNvCxnSpPr>
              <a:endCxn id="16" idx="2"/>
            </p:cNvCxnSpPr>
            <p:nvPr/>
          </p:nvCxnSpPr>
          <p:spPr>
            <a:xfrm flipH="1" flipV="1">
              <a:off x="2255585" y="2632788"/>
              <a:ext cx="2773794" cy="91933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2" descr="칼 PNG 일러스트 | 이미지 및 PSD 파일 | Pngtree에 무료 다운로드">
              <a:extLst>
                <a:ext uri="{FF2B5EF4-FFF2-40B4-BE49-F238E27FC236}">
                  <a16:creationId xmlns:a16="http://schemas.microsoft.com/office/drawing/2014/main" id="{CE6DED33-967D-4FF3-9D99-AAE1A14C02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44743" flipH="1">
              <a:off x="6014892" y="1410430"/>
              <a:ext cx="514536" cy="504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62CAAF0-E89C-4532-A7F4-EBF1ED6C87A2}"/>
                </a:ext>
              </a:extLst>
            </p:cNvPr>
            <p:cNvSpPr/>
            <p:nvPr/>
          </p:nvSpPr>
          <p:spPr>
            <a:xfrm rot="2207048">
              <a:off x="5618437" y="1563163"/>
              <a:ext cx="457727" cy="1110784"/>
            </a:xfrm>
            <a:custGeom>
              <a:avLst/>
              <a:gdLst>
                <a:gd name="connsiteX0" fmla="*/ 456661 w 629189"/>
                <a:gd name="connsiteY0" fmla="*/ 1518249 h 1526876"/>
                <a:gd name="connsiteX1" fmla="*/ 413529 w 629189"/>
                <a:gd name="connsiteY1" fmla="*/ 1526876 h 1526876"/>
                <a:gd name="connsiteX2" fmla="*/ 284132 w 629189"/>
                <a:gd name="connsiteY2" fmla="*/ 1509623 h 1526876"/>
                <a:gd name="connsiteX3" fmla="*/ 137483 w 629189"/>
                <a:gd name="connsiteY3" fmla="*/ 1466491 h 1526876"/>
                <a:gd name="connsiteX4" fmla="*/ 102978 w 629189"/>
                <a:gd name="connsiteY4" fmla="*/ 1440612 h 1526876"/>
                <a:gd name="connsiteX5" fmla="*/ 25340 w 629189"/>
                <a:gd name="connsiteY5" fmla="*/ 1328468 h 1526876"/>
                <a:gd name="connsiteX6" fmla="*/ 25340 w 629189"/>
                <a:gd name="connsiteY6" fmla="*/ 1061049 h 1526876"/>
                <a:gd name="connsiteX7" fmla="*/ 68472 w 629189"/>
                <a:gd name="connsiteY7" fmla="*/ 992038 h 1526876"/>
                <a:gd name="connsiteX8" fmla="*/ 111604 w 629189"/>
                <a:gd name="connsiteY8" fmla="*/ 931653 h 1526876"/>
                <a:gd name="connsiteX9" fmla="*/ 249627 w 629189"/>
                <a:gd name="connsiteY9" fmla="*/ 810883 h 1526876"/>
                <a:gd name="connsiteX10" fmla="*/ 379023 w 629189"/>
                <a:gd name="connsiteY10" fmla="*/ 785004 h 1526876"/>
                <a:gd name="connsiteX11" fmla="*/ 568804 w 629189"/>
                <a:gd name="connsiteY11" fmla="*/ 802257 h 1526876"/>
                <a:gd name="connsiteX12" fmla="*/ 603310 w 629189"/>
                <a:gd name="connsiteY12" fmla="*/ 819510 h 1526876"/>
                <a:gd name="connsiteX13" fmla="*/ 620563 w 629189"/>
                <a:gd name="connsiteY13" fmla="*/ 879895 h 1526876"/>
                <a:gd name="connsiteX14" fmla="*/ 629189 w 629189"/>
                <a:gd name="connsiteY14" fmla="*/ 905774 h 1526876"/>
                <a:gd name="connsiteX15" fmla="*/ 603310 w 629189"/>
                <a:gd name="connsiteY15" fmla="*/ 957532 h 1526876"/>
                <a:gd name="connsiteX16" fmla="*/ 534298 w 629189"/>
                <a:gd name="connsiteY16" fmla="*/ 1000664 h 1526876"/>
                <a:gd name="connsiteX17" fmla="*/ 318638 w 629189"/>
                <a:gd name="connsiteY17" fmla="*/ 1052423 h 1526876"/>
                <a:gd name="connsiteX18" fmla="*/ 171989 w 629189"/>
                <a:gd name="connsiteY18" fmla="*/ 1043796 h 1526876"/>
                <a:gd name="connsiteX19" fmla="*/ 146110 w 629189"/>
                <a:gd name="connsiteY19" fmla="*/ 1017917 h 1526876"/>
                <a:gd name="connsiteX20" fmla="*/ 102978 w 629189"/>
                <a:gd name="connsiteY20" fmla="*/ 992038 h 1526876"/>
                <a:gd name="connsiteX21" fmla="*/ 42593 w 629189"/>
                <a:gd name="connsiteY21" fmla="*/ 888521 h 1526876"/>
                <a:gd name="connsiteX22" fmla="*/ 33966 w 629189"/>
                <a:gd name="connsiteY22" fmla="*/ 845389 h 1526876"/>
                <a:gd name="connsiteX23" fmla="*/ 51219 w 629189"/>
                <a:gd name="connsiteY23" fmla="*/ 715993 h 1526876"/>
                <a:gd name="connsiteX24" fmla="*/ 137483 w 629189"/>
                <a:gd name="connsiteY24" fmla="*/ 629729 h 1526876"/>
                <a:gd name="connsiteX25" fmla="*/ 171989 w 629189"/>
                <a:gd name="connsiteY25" fmla="*/ 603849 h 1526876"/>
                <a:gd name="connsiteX26" fmla="*/ 241000 w 629189"/>
                <a:gd name="connsiteY26" fmla="*/ 586596 h 1526876"/>
                <a:gd name="connsiteX27" fmla="*/ 335891 w 629189"/>
                <a:gd name="connsiteY27" fmla="*/ 552091 h 1526876"/>
                <a:gd name="connsiteX28" fmla="*/ 413529 w 629189"/>
                <a:gd name="connsiteY28" fmla="*/ 560717 h 1526876"/>
                <a:gd name="connsiteX29" fmla="*/ 439408 w 629189"/>
                <a:gd name="connsiteY29" fmla="*/ 612476 h 1526876"/>
                <a:gd name="connsiteX30" fmla="*/ 396276 w 629189"/>
                <a:gd name="connsiteY30" fmla="*/ 621102 h 1526876"/>
                <a:gd name="connsiteX31" fmla="*/ 154736 w 629189"/>
                <a:gd name="connsiteY31" fmla="*/ 595223 h 1526876"/>
                <a:gd name="connsiteX32" fmla="*/ 94351 w 629189"/>
                <a:gd name="connsiteY32" fmla="*/ 534838 h 1526876"/>
                <a:gd name="connsiteX33" fmla="*/ 59846 w 629189"/>
                <a:gd name="connsiteY33" fmla="*/ 448574 h 1526876"/>
                <a:gd name="connsiteX34" fmla="*/ 85725 w 629189"/>
                <a:gd name="connsiteY34" fmla="*/ 267419 h 1526876"/>
                <a:gd name="connsiteX35" fmla="*/ 223748 w 629189"/>
                <a:gd name="connsiteY35" fmla="*/ 103517 h 1526876"/>
                <a:gd name="connsiteX36" fmla="*/ 422155 w 629189"/>
                <a:gd name="connsiteY36" fmla="*/ 17253 h 1526876"/>
                <a:gd name="connsiteX37" fmla="*/ 456661 w 629189"/>
                <a:gd name="connsiteY37" fmla="*/ 0 h 152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629189" h="1526876">
                  <a:moveTo>
                    <a:pt x="456661" y="1518249"/>
                  </a:moveTo>
                  <a:cubicBezTo>
                    <a:pt x="442284" y="1521125"/>
                    <a:pt x="428191" y="1526876"/>
                    <a:pt x="413529" y="1526876"/>
                  </a:cubicBezTo>
                  <a:cubicBezTo>
                    <a:pt x="400618" y="1526876"/>
                    <a:pt x="306419" y="1515437"/>
                    <a:pt x="284132" y="1509623"/>
                  </a:cubicBezTo>
                  <a:cubicBezTo>
                    <a:pt x="234829" y="1496761"/>
                    <a:pt x="137483" y="1466491"/>
                    <a:pt x="137483" y="1466491"/>
                  </a:cubicBezTo>
                  <a:cubicBezTo>
                    <a:pt x="125981" y="1457865"/>
                    <a:pt x="112044" y="1451770"/>
                    <a:pt x="102978" y="1440612"/>
                  </a:cubicBezTo>
                  <a:cubicBezTo>
                    <a:pt x="74308" y="1405326"/>
                    <a:pt x="25340" y="1328468"/>
                    <a:pt x="25340" y="1328468"/>
                  </a:cubicBezTo>
                  <a:cubicBezTo>
                    <a:pt x="-5654" y="1219990"/>
                    <a:pt x="-11130" y="1227769"/>
                    <a:pt x="25340" y="1061049"/>
                  </a:cubicBezTo>
                  <a:cubicBezTo>
                    <a:pt x="31137" y="1034549"/>
                    <a:pt x="53425" y="1014609"/>
                    <a:pt x="68472" y="992038"/>
                  </a:cubicBezTo>
                  <a:cubicBezTo>
                    <a:pt x="82193" y="971457"/>
                    <a:pt x="94113" y="949144"/>
                    <a:pt x="111604" y="931653"/>
                  </a:cubicBezTo>
                  <a:cubicBezTo>
                    <a:pt x="154832" y="888425"/>
                    <a:pt x="190846" y="827678"/>
                    <a:pt x="249627" y="810883"/>
                  </a:cubicBezTo>
                  <a:cubicBezTo>
                    <a:pt x="332303" y="787261"/>
                    <a:pt x="289240" y="796226"/>
                    <a:pt x="379023" y="785004"/>
                  </a:cubicBezTo>
                  <a:cubicBezTo>
                    <a:pt x="442283" y="790755"/>
                    <a:pt x="506021" y="792598"/>
                    <a:pt x="568804" y="802257"/>
                  </a:cubicBezTo>
                  <a:cubicBezTo>
                    <a:pt x="581514" y="804212"/>
                    <a:pt x="596177" y="808810"/>
                    <a:pt x="603310" y="819510"/>
                  </a:cubicBezTo>
                  <a:cubicBezTo>
                    <a:pt x="614922" y="836928"/>
                    <a:pt x="614548" y="859844"/>
                    <a:pt x="620563" y="879895"/>
                  </a:cubicBezTo>
                  <a:cubicBezTo>
                    <a:pt x="623176" y="888604"/>
                    <a:pt x="626314" y="897148"/>
                    <a:pt x="629189" y="905774"/>
                  </a:cubicBezTo>
                  <a:cubicBezTo>
                    <a:pt x="620563" y="923027"/>
                    <a:pt x="615360" y="942470"/>
                    <a:pt x="603310" y="957532"/>
                  </a:cubicBezTo>
                  <a:cubicBezTo>
                    <a:pt x="572784" y="995689"/>
                    <a:pt x="567913" y="987218"/>
                    <a:pt x="534298" y="1000664"/>
                  </a:cubicBezTo>
                  <a:cubicBezTo>
                    <a:pt x="389046" y="1058764"/>
                    <a:pt x="475202" y="1040379"/>
                    <a:pt x="318638" y="1052423"/>
                  </a:cubicBezTo>
                  <a:cubicBezTo>
                    <a:pt x="269755" y="1049547"/>
                    <a:pt x="220006" y="1053399"/>
                    <a:pt x="171989" y="1043796"/>
                  </a:cubicBezTo>
                  <a:cubicBezTo>
                    <a:pt x="160026" y="1041403"/>
                    <a:pt x="155870" y="1025237"/>
                    <a:pt x="146110" y="1017917"/>
                  </a:cubicBezTo>
                  <a:cubicBezTo>
                    <a:pt x="132697" y="1007857"/>
                    <a:pt x="117355" y="1000664"/>
                    <a:pt x="102978" y="992038"/>
                  </a:cubicBezTo>
                  <a:cubicBezTo>
                    <a:pt x="50076" y="921503"/>
                    <a:pt x="55731" y="947641"/>
                    <a:pt x="42593" y="888521"/>
                  </a:cubicBezTo>
                  <a:cubicBezTo>
                    <a:pt x="39412" y="874208"/>
                    <a:pt x="36842" y="859766"/>
                    <a:pt x="33966" y="845389"/>
                  </a:cubicBezTo>
                  <a:cubicBezTo>
                    <a:pt x="39717" y="802257"/>
                    <a:pt x="39265" y="757832"/>
                    <a:pt x="51219" y="715993"/>
                  </a:cubicBezTo>
                  <a:cubicBezTo>
                    <a:pt x="65186" y="667109"/>
                    <a:pt x="100512" y="655609"/>
                    <a:pt x="137483" y="629729"/>
                  </a:cubicBezTo>
                  <a:cubicBezTo>
                    <a:pt x="149262" y="621484"/>
                    <a:pt x="158717" y="609379"/>
                    <a:pt x="171989" y="603849"/>
                  </a:cubicBezTo>
                  <a:cubicBezTo>
                    <a:pt x="193877" y="594729"/>
                    <a:pt x="218670" y="594571"/>
                    <a:pt x="241000" y="586596"/>
                  </a:cubicBezTo>
                  <a:cubicBezTo>
                    <a:pt x="364842" y="542367"/>
                    <a:pt x="229021" y="573464"/>
                    <a:pt x="335891" y="552091"/>
                  </a:cubicBezTo>
                  <a:cubicBezTo>
                    <a:pt x="361770" y="554966"/>
                    <a:pt x="388642" y="553060"/>
                    <a:pt x="413529" y="560717"/>
                  </a:cubicBezTo>
                  <a:cubicBezTo>
                    <a:pt x="424397" y="564061"/>
                    <a:pt x="472131" y="590660"/>
                    <a:pt x="439408" y="612476"/>
                  </a:cubicBezTo>
                  <a:cubicBezTo>
                    <a:pt x="427209" y="620609"/>
                    <a:pt x="410653" y="618227"/>
                    <a:pt x="396276" y="621102"/>
                  </a:cubicBezTo>
                  <a:cubicBezTo>
                    <a:pt x="315763" y="612476"/>
                    <a:pt x="232595" y="617468"/>
                    <a:pt x="154736" y="595223"/>
                  </a:cubicBezTo>
                  <a:cubicBezTo>
                    <a:pt x="127365" y="587403"/>
                    <a:pt x="94351" y="534838"/>
                    <a:pt x="94351" y="534838"/>
                  </a:cubicBezTo>
                  <a:cubicBezTo>
                    <a:pt x="82849" y="506083"/>
                    <a:pt x="55466" y="479232"/>
                    <a:pt x="59846" y="448574"/>
                  </a:cubicBezTo>
                  <a:cubicBezTo>
                    <a:pt x="68472" y="388189"/>
                    <a:pt x="68198" y="325845"/>
                    <a:pt x="85725" y="267419"/>
                  </a:cubicBezTo>
                  <a:cubicBezTo>
                    <a:pt x="98938" y="223375"/>
                    <a:pt x="195377" y="123613"/>
                    <a:pt x="223748" y="103517"/>
                  </a:cubicBezTo>
                  <a:cubicBezTo>
                    <a:pt x="306947" y="44584"/>
                    <a:pt x="339378" y="49090"/>
                    <a:pt x="422155" y="17253"/>
                  </a:cubicBezTo>
                  <a:cubicBezTo>
                    <a:pt x="434157" y="12637"/>
                    <a:pt x="445159" y="5751"/>
                    <a:pt x="456661" y="0"/>
                  </a:cubicBezTo>
                </a:path>
              </a:pathLst>
            </a:custGeom>
            <a:noFill/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4" name="Picture 2" descr="칼 PNG 일러스트 | 이미지 및 PSD 파일 | Pngtree에 무료 다운로드">
              <a:extLst>
                <a:ext uri="{FF2B5EF4-FFF2-40B4-BE49-F238E27FC236}">
                  <a16:creationId xmlns:a16="http://schemas.microsoft.com/office/drawing/2014/main" id="{E804A322-26B1-4713-82FF-191220AA1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773088" flipH="1">
              <a:off x="6264837" y="1824370"/>
              <a:ext cx="514536" cy="504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칼 PNG 일러스트 | 이미지 및 PSD 파일 | Pngtree에 무료 다운로드">
              <a:extLst>
                <a:ext uri="{FF2B5EF4-FFF2-40B4-BE49-F238E27FC236}">
                  <a16:creationId xmlns:a16="http://schemas.microsoft.com/office/drawing/2014/main" id="{E0F3DB4A-1E2B-4F1F-B8A0-D2B227A6FE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781134" flipH="1">
              <a:off x="6437166" y="2252399"/>
              <a:ext cx="514536" cy="504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" descr="칼 PNG 일러스트 | 이미지 및 PSD 파일 | Pngtree에 무료 다운로드">
              <a:extLst>
                <a:ext uri="{FF2B5EF4-FFF2-40B4-BE49-F238E27FC236}">
                  <a16:creationId xmlns:a16="http://schemas.microsoft.com/office/drawing/2014/main" id="{E8B80345-C1A1-4396-9EA8-A2C867CA7D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974219" flipH="1">
              <a:off x="6288223" y="2751432"/>
              <a:ext cx="514536" cy="504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F2AAD5A-7863-4294-96E0-310FD6DC7AE8}"/>
                </a:ext>
              </a:extLst>
            </p:cNvPr>
            <p:cNvSpPr/>
            <p:nvPr/>
          </p:nvSpPr>
          <p:spPr>
            <a:xfrm rot="4014604">
              <a:off x="5478408" y="1875555"/>
              <a:ext cx="2037843" cy="892345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B51A098-ABDB-4676-BB37-27FA5D99A5C8}"/>
                </a:ext>
              </a:extLst>
            </p:cNvPr>
            <p:cNvSpPr txBox="1"/>
            <p:nvPr/>
          </p:nvSpPr>
          <p:spPr>
            <a:xfrm>
              <a:off x="7053249" y="1252368"/>
              <a:ext cx="188224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무기가 회전하며</a:t>
              </a:r>
              <a:endPara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떨어진다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2871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51</Words>
  <Application>Microsoft Office PowerPoint</Application>
  <PresentationFormat>와이드스크린</PresentationFormat>
  <Paragraphs>18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다훈</dc:creator>
  <cp:lastModifiedBy>김 다훈</cp:lastModifiedBy>
  <cp:revision>2</cp:revision>
  <dcterms:created xsi:type="dcterms:W3CDTF">2022-01-16T07:14:08Z</dcterms:created>
  <dcterms:modified xsi:type="dcterms:W3CDTF">2022-01-16T08:05:22Z</dcterms:modified>
</cp:coreProperties>
</file>